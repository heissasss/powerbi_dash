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14DD17-E349-30CC-5B3A-C4FB535873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62CD36A-6E7A-F794-CFD4-10F0B009B2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DAB1D2-8605-0F61-45FA-6D21D30A5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45520-1E1F-4FD4-9E12-AD6FC00F9B4B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CCE1A9-46B2-137F-C13A-B5C353542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F9AF02-6CA8-B5C9-2A94-89363FE67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500CE-B27C-4AFF-A2A3-D76B205BB0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2187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8EBE94-838E-FCBD-7541-C8BFE59DB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2E780B-FC8C-25D9-1DCD-735BA0176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87C0B1-C875-5EBE-A84A-B3C1EE501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45520-1E1F-4FD4-9E12-AD6FC00F9B4B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8AA6C2-A861-DAD9-2C29-4E7DD41B7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2C55D5F-66F2-C641-56B6-4A8410E99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500CE-B27C-4AFF-A2A3-D76B205BB0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052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637056-7364-FD9A-14B4-EDD7F1643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66121E4-D840-CE19-723A-1B92B738C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01A7E1-9B73-F013-32D9-54B73F9BA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45520-1E1F-4FD4-9E12-AD6FC00F9B4B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1B5809-6813-B65A-4EA5-AD7BC1928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D9B8E0-6EC2-734C-2F9F-B9732E3FC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500CE-B27C-4AFF-A2A3-D76B205BB0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8959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1FED00-2B1D-E1F3-983A-7648FDF14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BA1CC5-EC9A-A97A-5F08-6D31BF689C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247EF05-9C1A-43E3-6353-0625D6EAB4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27DD9E4-044D-1673-C0A4-0120509A8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45520-1E1F-4FD4-9E12-AD6FC00F9B4B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884A2E3-A7D6-C158-6F66-C73EAF39C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994332C-B7C2-A5FA-3C9A-B6E66986F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500CE-B27C-4AFF-A2A3-D76B205BB0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7518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0CE58E-E4A9-57E3-8862-C0ED57E97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7FBC5C4-2A1D-D03B-D0A6-BF51E1681A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EF16144-FF65-645F-6A50-AAE127B85A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C14AA56-4E81-A613-3CC2-A40ED95272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0779D73-9845-E938-3225-927466B8CA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D1682F3-03F5-EFE4-E63F-CF7B38B5B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45520-1E1F-4FD4-9E12-AD6FC00F9B4B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5A5B758-7084-4BC2-64A2-98326F5B7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CB2712E-F40A-618B-FE9D-570BCA6BA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500CE-B27C-4AFF-A2A3-D76B205BB0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5856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7D3196-3CE5-1C4F-390E-A9B4BB75A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3167B7A-1CAD-E23A-2B3A-C6C87F534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45520-1E1F-4FD4-9E12-AD6FC00F9B4B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B18396D-E311-3832-AA22-276F27E09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80948EC-3C45-E2AA-7F4A-1B5B3159A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500CE-B27C-4AFF-A2A3-D76B205BB0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6283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41BC738-4772-A728-B27F-B791BDCCB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45520-1E1F-4FD4-9E12-AD6FC00F9B4B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6C70FBE-6668-9E07-5A45-3C46A455A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114959D-95EF-FD2E-AA18-E4A5B5B1E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500CE-B27C-4AFF-A2A3-D76B205BB0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0482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2046CF-257D-62E8-E915-8FEC5405E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DDFEDC-70D4-CF85-8809-19CC9D73F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9D9193A-B542-C5EA-9126-9F283DBEB4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82F4A71-8CC6-155E-0875-1D2E53E28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45520-1E1F-4FD4-9E12-AD6FC00F9B4B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024BA8E-DD80-31D5-D1DA-9E0702476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8C20491-64A0-C528-1090-91E128BE5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500CE-B27C-4AFF-A2A3-D76B205BB0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3733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04FF00-7592-460C-F2CD-9EE8B87F0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3AA02B6-1AD1-5ED4-4014-2A50691AB7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D455049-4959-AFE3-26E4-BBE87A28C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DF208B5-2782-0EDF-A289-98BC63C8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45520-1E1F-4FD4-9E12-AD6FC00F9B4B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6B496D2-BAE5-E740-F02D-62AB4DDDD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94AA27-E729-37D9-3536-5DEB55099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500CE-B27C-4AFF-A2A3-D76B205BB0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6367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DED2EF-6811-7079-0133-D615EBBD6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FEE1348-8E3E-911F-1225-48146B2A4D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E2EEBB-1FA2-C8BA-B7CE-25307D6C1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45520-1E1F-4FD4-9E12-AD6FC00F9B4B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8F12F6-6E6E-6F5F-79D6-0BC922ED9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C652A0-90BD-7540-9637-6B7D03974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500CE-B27C-4AFF-A2A3-D76B205BB0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2845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0DCA071-162F-1AEE-CA8B-829C24BE40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6338ED8-5693-1C58-9267-451C80023F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796A76-8F23-BD1C-59E4-D23E3D2A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45520-1E1F-4FD4-9E12-AD6FC00F9B4B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35A4544-44E7-CF60-ADD9-84F1370B0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0AD5F0-BE90-F1EF-FF19-8D57C5BF3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500CE-B27C-4AFF-A2A3-D76B205BB0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7471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47598-7B77-6CDC-8870-E559A2A17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590FA3F-CA1A-73E2-51DA-A3C537FCC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F95070-B93B-1FA7-9871-7DB8B2E795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B45520-1E1F-4FD4-9E12-AD6FC00F9B4B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5C4514-D971-8904-C190-91B774DF5C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24AECE-48AA-B4E3-EBB1-35E37F6DEA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7500CE-B27C-4AFF-A2A3-D76B205BB0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3609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77E4905-91FF-A3F0-9F68-E92681C1B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595" y="0"/>
            <a:ext cx="1223518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799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A760F-DDF8-8E52-078F-BBE88D9C9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978A7DE-E79C-1B39-79EF-2867A3898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160" y="-1"/>
            <a:ext cx="12199160" cy="6853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83320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Илья Жучков</dc:creator>
  <cp:lastModifiedBy>Илья Жучков</cp:lastModifiedBy>
  <cp:revision>1</cp:revision>
  <dcterms:created xsi:type="dcterms:W3CDTF">2026-09-18T21:08:50Z</dcterms:created>
  <dcterms:modified xsi:type="dcterms:W3CDTF">2026-09-18T21:09:38Z</dcterms:modified>
</cp:coreProperties>
</file>